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embeddedFontLst>
    <p:embeddedFont>
      <p:font typeface="Raleway Bold"/>
      <p:regular r:id="rId201314"/>
    </p:embeddedFont>
    <p:embeddedFont>
      <p:font typeface="Raleway"/>
      <p:regular r:id="rId201315"/>
    </p:embeddedFont>
    <p:embeddedFont>
      <p:font typeface="Roboto"/>
      <p:regular r:id="rId201316"/>
    </p:embeddedFont>
    <p:embeddedFont>
      <p:font typeface="Robot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8225" y="1522909"/>
            <a:ext cx="2858917" cy="3812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432620"/>
            <a:ext cx="7820822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1B1B27"/>
                </a:solidFill>
                <a:latin typeface="Raleway Bold" pitchFamily="34" charset="0"/>
                <a:ea typeface="Raleway Bold" pitchFamily="34" charset="-122"/>
                <a:cs typeface="Raleway Bold" pitchFamily="34" charset="-120"/>
              </a:rPr>
              <a:t>Manufacturing Quality Intelligence System (MQIS)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2897386"/>
            <a:ext cx="8430406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Software Engineering (UCS503)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3487936"/>
            <a:ext cx="84304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4002980"/>
            <a:ext cx="84304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61475" y="4518025"/>
            <a:ext cx="78208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Bharat (1024240013)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Asmita (1024240014)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Rishit (1024240030)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92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40147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Problem: Manual QC Doesn't Scale</a:t>
            </a:r>
            <a:endParaRPr lang="en-US" sz="35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918395"/>
            <a:ext cx="6296860" cy="13527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39840" y="2123281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Slow &amp; Inconsistent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5539840" y="2506067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inspectors check each part visually — unable to keep pace across parallel production lines.</a:t>
            </a:r>
            <a:endParaRPr lang="en-US" sz="14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441700"/>
            <a:ext cx="6296860" cy="13527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39840" y="3646587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Detection Without Diagnosis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5539840" y="4029373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Existing automated systems flag defects but cannot explain </a:t>
            </a:r>
            <a:pPr algn="l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</a:t>
            </a:r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they are happening.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965005"/>
            <a:ext cx="6296860" cy="13527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39840" y="5169892"/>
            <a:ext cx="5785499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Real-Time Visibility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5539840" y="5552678"/>
            <a:ext cx="5785499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Supervisors review data end-of-shift, missing live failures as they compound on the floor.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459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Four Concrete Challenges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14588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260994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Detection ≠ Diagnosis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301863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defect is flagged, but there is no connection to its root cause or emerging pattern.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414588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260994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Real-Time Visibility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301863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failing machine can produce dozens of rejects before anyone on the floor notices.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00784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420320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Knowledge is isolated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461188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Technician expertise lives in heads and paper logs — never captured inside the system.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4007842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420320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Reporting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4611886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Shift reports are time-consuming and pull skilled technicians away from the production floor.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607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Our Four-Layer Solution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6805" y="2987477"/>
            <a:ext cx="3686877" cy="15898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918" y="4275857"/>
            <a:ext cx="836415" cy="10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 Explanation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1234918" y="3907825"/>
            <a:ext cx="836415" cy="10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Analytics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1234918" y="3543511"/>
            <a:ext cx="836415" cy="10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 Logging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1234918" y="3175479"/>
            <a:ext cx="836415" cy="1045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 Detection</a:t>
            </a:r>
            <a:endParaRPr lang="en-US" sz="650" dirty="0"/>
          </a:p>
        </p:txBody>
      </p:sp>
      <p:sp>
        <p:nvSpPr>
          <p:cNvPr id="8" name="Shape 5"/>
          <p:cNvSpPr/>
          <p:nvPr/>
        </p:nvSpPr>
        <p:spPr>
          <a:xfrm>
            <a:off x="5397266" y="1536502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57440" y="156656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895232" y="1591667"/>
            <a:ext cx="56412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Vision-based Detection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895232" y="1979216"/>
            <a:ext cx="56412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Image differencing and contour analysis classifies defects — bent, color, scratch — with severity and confidence score.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397266" y="2727722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57440" y="275778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5895232" y="2782887"/>
            <a:ext cx="56412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 Logging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5895232" y="3170436"/>
            <a:ext cx="56412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inspection is logged with timestamp, line ID, defect type, and severity for full traceability.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397266" y="3918942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57440" y="394900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5895232" y="3974108"/>
            <a:ext cx="56412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Analytics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5895232" y="4361656"/>
            <a:ext cx="56412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per-line rejection rates, status flags (Normal / Warning / Critical), and hourly defect breakdowns.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397266" y="5110163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57440" y="5140226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50" dirty="0"/>
          </a:p>
        </p:txBody>
      </p:sp>
      <p:sp>
        <p:nvSpPr>
          <p:cNvPr id="22" name="Text 19"/>
          <p:cNvSpPr/>
          <p:nvPr/>
        </p:nvSpPr>
        <p:spPr>
          <a:xfrm>
            <a:off x="5895232" y="5165328"/>
            <a:ext cx="56412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RAG-based Explanation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5895232" y="5552877"/>
            <a:ext cx="5641239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 retrieves curated factory knowledge, combines it with live data, and generates grounded shift reports and root-cause insights.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3771" y="0"/>
            <a:ext cx="3047924" cy="68580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8800" y="1510407"/>
            <a:ext cx="2877768" cy="3837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19038"/>
            <a:ext cx="7820822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Innovation: From Detection to Understanding</a:t>
            </a:r>
            <a:endParaRPr lang="en-US" sz="3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2011859"/>
            <a:ext cx="850581" cy="10206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65147" y="2181920"/>
            <a:ext cx="68171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665147" y="2539405"/>
            <a:ext cx="681715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Vision system flags defects instantly, in real time, on every production line.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032522"/>
            <a:ext cx="850581" cy="102066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65147" y="3202583"/>
            <a:ext cx="68171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Understand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665147" y="3560068"/>
            <a:ext cx="681715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RAG grounds LLM outputs in real data and curated factory knowledge —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no hallucinations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4053185"/>
            <a:ext cx="850581" cy="10206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65147" y="4223246"/>
            <a:ext cx="681715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665147" y="4580731"/>
            <a:ext cx="681715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Supervisors receive explainable answers in plain English, not black-box flags or raw logs.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661475" y="5246092"/>
            <a:ext cx="7820822" cy="892870"/>
          </a:xfrm>
          <a:prstGeom prst="roundRect">
            <a:avLst>
              <a:gd name="adj" fmla="val 8002"/>
            </a:avLst>
          </a:prstGeom>
          <a:solidFill>
            <a:srgbClr val="E1E1EA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532" y="5464274"/>
            <a:ext cx="212620" cy="17006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14209" y="5441652"/>
            <a:ext cx="709803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roadmap: extend SentinelLine to predictive maintenance by leveraging early trend detection from accumulated event logs.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2026-08-10T06:14:57Z</dcterms:created>
  <dcterms:modified xsi:type="dcterms:W3CDTF">2026-08-10T06:14:57Z</dcterms:modified>
</cp:coreProperties>
</file>